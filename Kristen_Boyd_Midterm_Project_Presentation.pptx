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0177"/>
  </p:normalViewPr>
  <p:slideViewPr>
    <p:cSldViewPr snapToGrid="0">
      <p:cViewPr varScale="1">
        <p:scale>
          <a:sx n="91" d="100"/>
          <a:sy n="91" d="100"/>
        </p:scale>
        <p:origin x="10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092CA-F32D-D94A-B348-D519984F7CF5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5E707-8C9E-4B46-B0F9-F573FA570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2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5E707-8C9E-4B46-B0F9-F573FA5707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25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5E707-8C9E-4B46-B0F9-F573FA5707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25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5E707-8C9E-4B46-B0F9-F573FA5707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76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5E707-8C9E-4B46-B0F9-F573FA5707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12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0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8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2/27/26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3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77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0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1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1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9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2/27/26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4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08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52BFE-7BA8-4007-AD9C-F4DC95E43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6796024-DF17-4BB3-BF28-01E168A3C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3661" y="63892"/>
            <a:ext cx="2222198" cy="2133710"/>
          </a:xfrm>
          <a:custGeom>
            <a:avLst/>
            <a:gdLst>
              <a:gd name="connsiteX0" fmla="*/ 0 w 2222198"/>
              <a:gd name="connsiteY0" fmla="*/ 0 h 2133710"/>
              <a:gd name="connsiteX1" fmla="*/ 44227 w 2222198"/>
              <a:gd name="connsiteY1" fmla="*/ 2234 h 2133710"/>
              <a:gd name="connsiteX2" fmla="*/ 2193454 w 2222198"/>
              <a:gd name="connsiteY2" fmla="*/ 1945372 h 2133710"/>
              <a:gd name="connsiteX3" fmla="*/ 2222198 w 2222198"/>
              <a:gd name="connsiteY3" fmla="*/ 2133710 h 2133710"/>
              <a:gd name="connsiteX4" fmla="*/ 1394653 w 2222198"/>
              <a:gd name="connsiteY4" fmla="*/ 2133710 h 2133710"/>
              <a:gd name="connsiteX5" fmla="*/ 1391100 w 2222198"/>
              <a:gd name="connsiteY5" fmla="*/ 2110427 h 2133710"/>
              <a:gd name="connsiteX6" fmla="*/ 122376 w 2222198"/>
              <a:gd name="connsiteY6" fmla="*/ 841704 h 2133710"/>
              <a:gd name="connsiteX7" fmla="*/ 0 w 2222198"/>
              <a:gd name="connsiteY7" fmla="*/ 823027 h 213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2198" h="2133710">
                <a:moveTo>
                  <a:pt x="0" y="0"/>
                </a:moveTo>
                <a:lnTo>
                  <a:pt x="44227" y="2234"/>
                </a:lnTo>
                <a:cubicBezTo>
                  <a:pt x="1114682" y="110944"/>
                  <a:pt x="1981368" y="908934"/>
                  <a:pt x="2193454" y="1945372"/>
                </a:cubicBezTo>
                <a:lnTo>
                  <a:pt x="2222198" y="2133710"/>
                </a:lnTo>
                <a:lnTo>
                  <a:pt x="1394653" y="2133710"/>
                </a:lnTo>
                <a:lnTo>
                  <a:pt x="1391100" y="2110427"/>
                </a:lnTo>
                <a:cubicBezTo>
                  <a:pt x="1260786" y="1473602"/>
                  <a:pt x="759202" y="972017"/>
                  <a:pt x="122376" y="841704"/>
                </a:cubicBezTo>
                <a:lnTo>
                  <a:pt x="0" y="82302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97C917-DFBB-CB49-ED8C-7077B4DA9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5414255" cy="2784496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tx2">
                    <a:alpha val="80000"/>
                  </a:schemeClr>
                </a:solidFill>
              </a:rPr>
              <a:t>Caregiver Support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392B-C3D0-854B-BBA3-669E2F58F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3602038"/>
            <a:ext cx="5414255" cy="156059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tx2">
                    <a:alpha val="80000"/>
                  </a:schemeClr>
                </a:solidFill>
              </a:rPr>
              <a:t>Kristen Boyd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8EDB3-A4BB-42AB-A232-CD0894AB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23" r="27411" b="-1"/>
          <a:stretch>
            <a:fillRect/>
          </a:stretch>
        </p:blipFill>
        <p:spPr>
          <a:xfrm>
            <a:off x="6189156" y="-3440"/>
            <a:ext cx="6015813" cy="686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6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AEFF-E786-4B2C-526B-08363261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Caregiver?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5B7F2-2E61-B56E-B1A7-3B94F9892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caregiver is a person who tends to the needs or concerns of a person with short- or long-term limitations due to illness, injury or disability. </a:t>
            </a:r>
          </a:p>
          <a:p>
            <a:r>
              <a:rPr lang="en-US" dirty="0"/>
              <a:t>The term “</a:t>
            </a:r>
            <a:r>
              <a:rPr lang="en-US" i="1" dirty="0"/>
              <a:t>family caregiver</a:t>
            </a:r>
            <a:r>
              <a:rPr lang="en-US" dirty="0"/>
              <a:t>” describes individuals who care for members of their family; also refers to those who care for their family of choice.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CF51C-4F41-9E2A-0F3D-BC2203BE540B}"/>
              </a:ext>
            </a:extLst>
          </p:cNvPr>
          <p:cNvSpPr txBox="1"/>
          <p:nvPr/>
        </p:nvSpPr>
        <p:spPr>
          <a:xfrm>
            <a:off x="4418507" y="6488668"/>
            <a:ext cx="2800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(John Hopkins Medicine)</a:t>
            </a:r>
          </a:p>
        </p:txBody>
      </p:sp>
    </p:spTree>
    <p:extLst>
      <p:ext uri="{BB962C8B-B14F-4D97-AF65-F5344CB8AC3E}">
        <p14:creationId xmlns:p14="http://schemas.microsoft.com/office/powerpoint/2010/main" val="2817288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3C2E-E3FC-BBAA-4B53-99BA4EC3B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7E046-8AC5-4065-783D-7143728C1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Parents, friends, and additional family members are caregivers</a:t>
            </a:r>
          </a:p>
          <a:p>
            <a:r>
              <a:rPr lang="en-US" dirty="0"/>
              <a:t>Caregiving can take a toll on people</a:t>
            </a:r>
          </a:p>
          <a:p>
            <a:r>
              <a:rPr lang="en-US" dirty="0"/>
              <a:t>Needed space for centralized support</a:t>
            </a:r>
          </a:p>
        </p:txBody>
      </p:sp>
    </p:spTree>
    <p:extLst>
      <p:ext uri="{BB962C8B-B14F-4D97-AF65-F5344CB8AC3E}">
        <p14:creationId xmlns:p14="http://schemas.microsoft.com/office/powerpoint/2010/main" val="388724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4A231-9E8A-B660-2179-D32E23C9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B9C9-8600-B8EB-590D-13ABE3715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</a:t>
            </a:r>
          </a:p>
          <a:p>
            <a:r>
              <a:rPr lang="en-US" dirty="0"/>
              <a:t>Ask about their well-being</a:t>
            </a:r>
          </a:p>
          <a:p>
            <a:r>
              <a:rPr lang="en-US" dirty="0"/>
              <a:t>Where to find support</a:t>
            </a:r>
          </a:p>
          <a:p>
            <a:r>
              <a:rPr lang="en-US" dirty="0"/>
              <a:t>How to cope (hobbies, habits, forums)</a:t>
            </a:r>
          </a:p>
          <a:p>
            <a:r>
              <a:rPr lang="en-US" dirty="0"/>
              <a:t>Community (local groups)</a:t>
            </a:r>
          </a:p>
          <a:p>
            <a:r>
              <a:rPr lang="en-US" dirty="0"/>
              <a:t>Daily quote</a:t>
            </a:r>
          </a:p>
          <a:p>
            <a:r>
              <a:rPr lang="en-US" dirty="0"/>
              <a:t>Caregiver quiz</a:t>
            </a:r>
          </a:p>
          <a:p>
            <a:endParaRPr lang="en-US" dirty="0"/>
          </a:p>
          <a:p>
            <a:pPr marL="0" lvl="4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19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7750-C734-40FA-D1F1-B3E6239A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36C4-060E-619E-7FA2-1F63FC66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Workflow/Process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6F073-960F-603C-7426-7B1944406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Where are you located? (Only for Atlanta)</a:t>
            </a:r>
          </a:p>
          <a:p>
            <a:r>
              <a:rPr lang="en-US" dirty="0"/>
              <a:t>How are you? </a:t>
            </a:r>
          </a:p>
          <a:p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i="1" dirty="0"/>
              <a:t>bad</a:t>
            </a:r>
            <a:r>
              <a:rPr lang="en-US" dirty="0"/>
              <a:t>, </a:t>
            </a:r>
            <a:r>
              <a:rPr lang="en-US" b="1" dirty="0"/>
              <a:t>then</a:t>
            </a:r>
            <a:r>
              <a:rPr lang="en-US" dirty="0"/>
              <a:t> create journal entry to vent or direct to mental health website. </a:t>
            </a:r>
          </a:p>
          <a:p>
            <a:r>
              <a:rPr lang="en-US" b="1" dirty="0"/>
              <a:t>Else</a:t>
            </a:r>
            <a:r>
              <a:rPr lang="en-US" dirty="0"/>
              <a:t>, show menu with following tabs to choose from:</a:t>
            </a:r>
          </a:p>
          <a:p>
            <a:pPr lvl="5"/>
            <a:r>
              <a:rPr lang="en-US" sz="2000" dirty="0">
                <a:solidFill>
                  <a:schemeClr val="bg1"/>
                </a:solidFill>
              </a:rPr>
              <a:t>Where to find support – list local and virtual support </a:t>
            </a:r>
          </a:p>
          <a:p>
            <a:pPr lvl="7"/>
            <a:r>
              <a:rPr lang="en-US" sz="2000" dirty="0">
                <a:solidFill>
                  <a:schemeClr val="bg1"/>
                </a:solidFill>
              </a:rPr>
              <a:t>Community (local groups based on illness (dementia, Parkinson’s, ALS ))</a:t>
            </a:r>
          </a:p>
          <a:p>
            <a:pPr lvl="5"/>
            <a:r>
              <a:rPr lang="en-US" sz="2000" dirty="0">
                <a:solidFill>
                  <a:schemeClr val="bg1"/>
                </a:solidFill>
              </a:rPr>
              <a:t>How to cope (hobbies, habits, forums)</a:t>
            </a:r>
          </a:p>
          <a:p>
            <a:pPr lvl="5"/>
            <a:r>
              <a:rPr lang="en-US" sz="2000" dirty="0">
                <a:solidFill>
                  <a:schemeClr val="bg1"/>
                </a:solidFill>
              </a:rPr>
              <a:t>Journal Entry Retrieval by date</a:t>
            </a:r>
          </a:p>
          <a:p>
            <a:pPr lvl="5"/>
            <a:r>
              <a:rPr lang="en-US" sz="2000" dirty="0">
                <a:solidFill>
                  <a:schemeClr val="bg1"/>
                </a:solidFill>
              </a:rPr>
              <a:t>Caregiver quiz</a:t>
            </a:r>
          </a:p>
          <a:p>
            <a:pPr lvl="5"/>
            <a:r>
              <a:rPr lang="en-US" sz="2000" dirty="0">
                <a:solidFill>
                  <a:schemeClr val="bg1"/>
                </a:solidFill>
              </a:rPr>
              <a:t>Daily quote</a:t>
            </a:r>
          </a:p>
          <a:p>
            <a:endParaRPr lang="en-US" dirty="0"/>
          </a:p>
          <a:p>
            <a:pPr marL="0" lvl="4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05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1B5C71-FD47-1A10-B65E-287014FF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8968"/>
            <a:ext cx="10890250" cy="2852737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90693080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217</Words>
  <Application>Microsoft Macintosh PowerPoint</Application>
  <PresentationFormat>Widescreen</PresentationFormat>
  <Paragraphs>34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Avenir Next LT Pro</vt:lpstr>
      <vt:lpstr>Posterama</vt:lpstr>
      <vt:lpstr>SineVTI</vt:lpstr>
      <vt:lpstr>Caregiver Support Program</vt:lpstr>
      <vt:lpstr>What is a Caregiver?</vt:lpstr>
      <vt:lpstr>Inspiration</vt:lpstr>
      <vt:lpstr>Program implementations</vt:lpstr>
      <vt:lpstr>Workflow/Process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Kristen Boyd</dc:creator>
  <cp:lastModifiedBy>Kristen Boyd</cp:lastModifiedBy>
  <cp:revision>15</cp:revision>
  <dcterms:created xsi:type="dcterms:W3CDTF">2026-02-27T17:26:24Z</dcterms:created>
  <dcterms:modified xsi:type="dcterms:W3CDTF">2026-02-27T22:56:13Z</dcterms:modified>
</cp:coreProperties>
</file>